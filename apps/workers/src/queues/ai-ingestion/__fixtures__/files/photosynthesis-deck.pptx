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2"/>
          <p:cNvSpPr/>
          <p:nvPr>
            <p:ph type="body" idx="1"/>
          </p:nvPr>
        </p:nvSpPr>
        <p:spPr/>
        <p:txBody>
          <a:bodyPr/>
          <a:p>
            <a:r>
              <a:t>Opening slide: connect the reaction to the big picture.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2"/>
          <p:cNvSpPr/>
          <p:nvPr>
            <p:ph type="body" idx="1"/>
          </p:nvPr>
        </p:nvSpPr>
        <p:spPr/>
        <p:txBody>
          <a:bodyPr/>
          <a:p>
            <a:r>
              <a:t>Emphasize that the cycle repeats three times.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/>
        <p:cNvGrpSpPr/>
        <p:nvPr/>
      </p:nvGrpSpPr>
      <p:grpSpPr/>
      <p:sp>
        <p:nvSpPr>
          <p:cNvPr id="11" name="Title 11"/>
          <p:cNvSpPr/>
          <p:nvPr>
            <p:ph type="title"/>
          </p:nvPr>
        </p:nvSpPr>
        <p:spPr/>
        <p:txBody>
          <a:bodyPr/>
          <a:p>
            <a:r>
              <a:t>Photosynthesis</a:t>
            </a:r>
          </a:p>
        </p:txBody>
      </p:sp>
      <p:sp>
        <p:nvSpPr>
          <p:cNvPr id="11" name="Content Placeholder 11"/>
          <p:cNvSpPr/>
          <p:nvPr>
            <p:ph type="body" idx="1"/>
          </p:nvPr>
        </p:nvSpPr>
        <p:spPr/>
        <p:txBody>
          <a:bodyPr/>
          <a:p>
            <a:r>
              <a:t>Photosynthesis converts light energy into chemical energy stored in glucose.</a:t>
            </a:r>
          </a:p>
        </p:txBody>
      </p:sp>
      <p:sp>
        <p:nvSpPr>
          <p:cNvPr id="11" name="Content Placeholder 11"/>
          <p:cNvSpPr/>
          <p:nvPr>
            <p:ph type="body" idx="1"/>
          </p:nvPr>
        </p:nvSpPr>
        <p:spPr/>
        <p:txBody>
          <a:bodyPr/>
          <a:p>
            <a:r>
              <a:t>It happens in the chloroplasts of plant cells.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/>
      <p:sp>
        <p:nvSpPr>
          <p:cNvPr id="21" name="Title 21"/>
          <p:cNvSpPr/>
          <p:nvPr>
            <p:ph type="title"/>
          </p:nvPr>
        </p:nvSpPr>
        <p:spPr/>
        <p:txBody>
          <a:bodyPr/>
          <a:p>
            <a:r>
              <a:t>Light Reactions</a:t>
            </a:r>
          </a:p>
        </p:txBody>
      </p:sp>
      <p:sp>
        <p:nvSpPr>
          <p:cNvPr id="21" name="Content Placeholder 21"/>
          <p:cNvSpPr/>
          <p:nvPr>
            <p:ph type="body" idx="1"/>
          </p:nvPr>
        </p:nvSpPr>
        <p:spPr/>
        <p:txBody>
          <a:bodyPr/>
          <a:p>
            <a:r>
              <a:t>Chlorophyll absorbs mostly red and blue light.</a:t>
            </a:r>
          </a:p>
        </p:txBody>
      </p:sp>
      <p:sp>
        <p:nvSpPr>
          <p:cNvPr id="21" name="Content Placeholder 21"/>
          <p:cNvSpPr/>
          <p:nvPr>
            <p:ph type="body" idx="1"/>
          </p:nvPr>
        </p:nvSpPr>
        <p:spPr/>
        <p:txBody>
          <a:bodyPr/>
          <a:p>
            <a:r>
              <a:t>Light energy splits water molecules during photolysis.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/>
      <p:sp>
        <p:nvSpPr>
          <p:cNvPr id="31" name="Title 31"/>
          <p:cNvSpPr/>
          <p:nvPr>
            <p:ph type="title"/>
          </p:nvPr>
        </p:nvSpPr>
        <p:spPr/>
        <p:txBody>
          <a:bodyPr/>
          <a:p>
            <a:r>
              <a:t>The Calvin Cycle</a:t>
            </a:r>
          </a:p>
        </p:txBody>
      </p:sp>
      <p:sp>
        <p:nvSpPr>
          <p:cNvPr id="31" name="Content Placeholder 31"/>
          <p:cNvSpPr/>
          <p:nvPr>
            <p:ph type="body" idx="1"/>
          </p:nvPr>
        </p:nvSpPr>
        <p:spPr/>
        <p:txBody>
          <a:bodyPr/>
          <a:p>
            <a:r>
              <a:t>The Calvin cycle fixes carbon dioxide into organic molecules.</a:t>
            </a:r>
          </a:p>
        </p:txBody>
      </p:sp>
      <p:sp>
        <p:nvSpPr>
          <p:cNvPr id="31" name="Content Placeholder 31"/>
          <p:cNvSpPr/>
          <p:nvPr>
            <p:ph type="body" idx="1"/>
          </p:nvPr>
        </p:nvSpPr>
        <p:spPr/>
        <p:txBody>
          <a:bodyPr/>
          <a:p>
            <a:r>
              <a:t>It uses ATP and NADPH produced in the light reactions.</a:t>
            </a:r>
          </a:p>
        </p:txBody>
      </p:sp>
    </p:spTree>
  </p:cSld>
</p:sld>
</file>