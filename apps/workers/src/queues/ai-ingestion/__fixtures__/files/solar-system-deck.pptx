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2"/>
          <p:cNvSpPr/>
          <p:nvPr>
            <p:ph type="body" idx="1"/>
          </p:nvPr>
        </p:nvSpPr>
        <p:spPr/>
        <p:txBody>
          <a:bodyPr/>
          <a:p>
            <a:r>
              <a:t>Introduce the scale of distances between the planets.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2"/>
          <p:cNvSpPr/>
          <p:nvPr>
            <p:ph type="body" idx="1"/>
          </p:nvPr>
        </p:nvSpPr>
        <p:spPr/>
        <p:txBody>
          <a:bodyPr/>
          <a:p>
            <a:r>
              <a:t>Cover the gas giants and how each was found.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" name=""/>
        <p:cNvGrpSpPr/>
        <p:nvPr/>
      </p:nvGrpSpPr>
      <p:grpSpPr/>
      <p:sp>
        <p:nvSpPr>
          <p:cNvPr id="11" name="Title 11"/>
          <p:cNvSpPr/>
          <p:nvPr>
            <p:ph type="title"/>
          </p:nvPr>
        </p:nvSpPr>
        <p:spPr/>
        <p:txBody>
          <a:bodyPr/>
          <a:p>
            <a:r>
              <a:t>The Solar System</a:t>
            </a:r>
          </a:p>
        </p:txBody>
      </p:sp>
      <p:sp>
        <p:nvSpPr>
          <p:cNvPr id="11" name="Content Placeholder 11"/>
          <p:cNvSpPr/>
          <p:nvPr>
            <p:ph type="body" idx="1"/>
          </p:nvPr>
        </p:nvSpPr>
        <p:spPr/>
        <p:txBody>
          <a:bodyPr/>
          <a:p>
            <a:r>
              <a:t>The Sun contains most of the mass of the solar system.</a:t>
            </a:r>
          </a:p>
        </p:txBody>
      </p:sp>
      <p:sp>
        <p:nvSpPr>
          <p:cNvPr id="11" name="Content Placeholder 11"/>
          <p:cNvSpPr/>
          <p:nvPr>
            <p:ph type="body" idx="1"/>
          </p:nvPr>
        </p:nvSpPr>
        <p:spPr/>
        <p:txBody>
          <a:bodyPr/>
          <a:p>
            <a:r>
              <a:t>Eight planets orbit the Sun in elliptical paths.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/>
      <p:sp>
        <p:nvSpPr>
          <p:cNvPr id="21" name="Content Placeholder 21"/>
          <p:cNvSpPr/>
          <p:nvPr>
            <p:ph type="body" idx="1"/>
          </p:nvPr>
        </p:nvSpPr>
        <p:spPr/>
        <p:txBody>
          <a:bodyPr/>
          <a:p>
            <a:r>
              <a:t>Jupiter is the largest planet by mass.</a:t>
            </a:r>
          </a:p>
        </p:txBody>
      </p:sp>
      <p:sp>
        <p:nvSpPr>
          <p:cNvPr id="21" name="Content Placeholder 21"/>
          <p:cNvSpPr/>
          <p:nvPr>
            <p:ph type="body" idx="1"/>
          </p:nvPr>
        </p:nvSpPr>
        <p:spPr/>
        <p:txBody>
          <a:bodyPr/>
          <a:p>
            <a:r>
              <a:t>Saturn's rings are made of ice and rock.</a:t>
            </a:r>
          </a:p>
        </p:txBody>
      </p:sp>
      <p:sp>
        <p:nvSpPr>
          <p:cNvPr id="21" name="Content Placeholder 21"/>
          <p:cNvSpPr/>
          <p:nvPr>
            <p:ph type="body" idx="1"/>
          </p:nvPr>
        </p:nvSpPr>
        <p:spPr/>
        <p:txBody>
          <a:bodyPr/>
          <a:p>
            <a:r>
              <a:t>Neptune was discovered by calculation before observation.</a:t>
            </a:r>
          </a:p>
        </p:txBody>
      </p:sp>
    </p:spTree>
  </p:cSld>
</p:sld>
</file>